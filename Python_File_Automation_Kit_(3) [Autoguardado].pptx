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3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22" autoAdjust="0"/>
  </p:normalViewPr>
  <p:slideViewPr>
    <p:cSldViewPr>
      <p:cViewPr varScale="1">
        <p:scale>
          <a:sx n="56" d="100"/>
          <a:sy n="56" d="100"/>
        </p:scale>
        <p:origin x="99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23:09:41.764"/>
    </inkml:context>
    <inkml:brush xml:id="br0">
      <inkml:brushProperty name="width" value="0.35" units="cm"/>
      <inkml:brushProperty name="height" value="0.35" units="cm"/>
      <inkml:brushProperty name="color" value="#849398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23:09:48.561"/>
    </inkml:context>
    <inkml:brush xml:id="br0">
      <inkml:brushProperty name="width" value="0.35" units="cm"/>
      <inkml:brushProperty name="height" value="0.35" units="cm"/>
      <inkml:brushProperty name="color" value="#849398"/>
    </inkml:brush>
  </inkml:definitions>
  <inkml:trace contextRef="#ctx0" brushRef="#br0">0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23:14:53.551"/>
    </inkml:context>
    <inkml:brush xml:id="br0">
      <inkml:brushProperty name="width" value="0.35" units="cm"/>
      <inkml:brushProperty name="height" value="0.35" units="cm"/>
      <inkml:brushProperty name="color" value="#D2C8C3"/>
    </inkml:brush>
  </inkml:definitions>
  <inkml:trace contextRef="#ctx0" brushRef="#br0">0 0 24461,'2794'73'0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23:14:56.776"/>
    </inkml:context>
    <inkml:brush xml:id="br0">
      <inkml:brushProperty name="width" value="0.35" units="cm"/>
      <inkml:brushProperty name="height" value="0.35" units="cm"/>
      <inkml:brushProperty name="color" value="#D2C8C3"/>
    </inkml:brush>
  </inkml:definitions>
  <inkml:trace contextRef="#ctx0" brushRef="#br0">0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4:02:46.1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1 120 24575,'84'1'0,"95"-3"0,-162-2 0,0 0 0,0 0 0,0-2 0,-1 0 0,0-1 0,0-1 0,15-10 0,12-4 0,-24 12 0,-9 5 0,-1 0 0,1 0 0,0 1 0,1 0 0,15-3 0,-26 7 0,1 0 0,-1 0 0,0 0 0,1 0 0,-1 1 0,1-1 0,-1 0 0,0 0 0,1 0 0,-1 0 0,0 1 0,1-1 0,-1 0 0,0 0 0,1 1 0,-1-1 0,0 0 0,0 0 0,1 1 0,-1-1 0,0 0 0,0 1 0,0-1 0,1 0 0,-1 1 0,0-1 0,0 1 0,0-1 0,0 0 0,0 1 0,0-1 0,0 1 0,0-1 0,0 0 0,0 1 0,0-1 0,0 1 0,0-1 0,0 0 0,0 1 0,0-1 0,0 0 0,0 1 0,-1-1 0,1 1 0,0-1 0,0 0 0,0 1 0,-1-1 0,1 0 0,0 0 0,-1 1 0,-10 20 0,2-13-195,1-1 0,-1 0 0,0 0 0,-1-1 0,0 0 0,-16 7 0,-5 1-6631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4:02:46.2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24575,'50'2'0,"63"11"0,3 1 0,658-3 0,-460-13 0,99 2 0,-402 0 0,-6-1 0,0 0 0,0 1 0,0 0 0,1 1 0,-1-1 0,0 1 0,0 0 0,0 0 0,0 0 0,-1 1 0,1-1 0,0 1 0,7 5 0,-11-7 0,-1 1 0,0-1 0,0 1 0,0 0 0,1-1 0,-1 1 0,0 0 0,0-1 0,0 1 0,0-1 0,0 1 0,0 0 0,0-1 0,0 1 0,0 0 0,-1-1 0,1 1 0,0-1 0,0 1 0,0 0 0,-1-1 0,1 1 0,0-1 0,-1 1 0,1-1 0,-1 1 0,1-1 0,-1 1 0,-16 19 0,13-15 0,-5 7 13,1 0 0,1 0 0,0 1 0,-7 18 0,-6 10-1443,7-16-5396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23:11:11.4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19408,'0'212'0,"2741"-212"0,-2741-212 0,-2741 212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23:11:13.88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4915,'0'0'0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23:11:14.93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4915,'0'0'0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4:02:50.7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24575,'30'2'0,"0"1"0,-1 1 0,57 17 0,12 1 0,614 73 0,-564-77 0,-57-5 0,110 1 0,68-17 0,-261 4 68,-9 5-1501,-5 2-5393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23:09:31.735"/>
    </inkml:context>
    <inkml:brush xml:id="br0">
      <inkml:brushProperty name="width" value="0.35" units="cm"/>
      <inkml:brushProperty name="height" value="0.35" units="cm"/>
      <inkml:brushProperty name="color" value="#849398"/>
    </inkml:brush>
  </inkml:definitions>
  <inkml:trace contextRef="#ctx0" brushRef="#br0">2794 3 24355,'-2794'0'0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23:09:33.956"/>
    </inkml:context>
    <inkml:brush xml:id="br0">
      <inkml:brushProperty name="width" value="0.35" units="cm"/>
      <inkml:brushProperty name="height" value="0.35" units="cm"/>
      <inkml:brushProperty name="color" value="#849398"/>
    </inkml:brush>
  </inkml:definitions>
  <inkml:trace contextRef="#ctx0" brushRef="#br0">0 1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23:09:34.767"/>
    </inkml:context>
    <inkml:brush xml:id="br0">
      <inkml:brushProperty name="width" value="0.35" units="cm"/>
      <inkml:brushProperty name="height" value="0.35" units="cm"/>
      <inkml:brushProperty name="color" value="#849398"/>
    </inkml:brush>
  </inkml:definitions>
  <inkml:trace contextRef="#ctx0" brushRef="#br0">1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23:09:36.598"/>
    </inkml:context>
    <inkml:brush xml:id="br0">
      <inkml:brushProperty name="width" value="0.35" units="cm"/>
      <inkml:brushProperty name="height" value="0.35" units="cm"/>
      <inkml:brushProperty name="color" value="#849398"/>
    </inkml:brush>
  </inkml:definitions>
  <inkml:trace contextRef="#ctx0" brushRef="#br0">0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23:11:36.741"/>
    </inkml:context>
    <inkml:brush xml:id="br0">
      <inkml:brushProperty name="width" value="0.35" units="cm"/>
      <inkml:brushProperty name="height" value="0.35" units="cm"/>
      <inkml:brushProperty name="color" value="#849398"/>
    </inkml:brush>
  </inkml:definitions>
  <inkml:trace contextRef="#ctx0" brushRef="#br0">0 1 21389,'3556'0'0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23:11:39.249"/>
    </inkml:context>
    <inkml:brush xml:id="br0">
      <inkml:brushProperty name="width" value="0.35" units="cm"/>
      <inkml:brushProperty name="height" value="0.35" units="cm"/>
      <inkml:brushProperty name="color" value="#849398"/>
    </inkml:brush>
  </inkml:definitions>
  <inkml:trace contextRef="#ctx0" brushRef="#br0">1 0 24404,'2975'0'0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4:02:54.9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24575,'1556'0'-1365,"-1524"0"-5461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23:11:54.41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24522,'2905'0'0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4:02:58.1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24 24575,'1063'0'0,"-1049"0"-227,0-1-1,0 0 1,0-2-1,0 1 1,14-6-1,-4 0-6598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23:12:01.67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23892,'2831'0'0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23:12:02.11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24575,'6'0'0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4:03:36.69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 24575,'3536'0'-3932,"-3391"6"5816,148 26 1,43 3-1722,-78-17-163,191 6 0,263-25-1365,-681 1-5461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23:15:22.379"/>
    </inkml:context>
    <inkml:brush xml:id="br0">
      <inkml:brushProperty name="width" value="0.35" units="cm"/>
      <inkml:brushProperty name="height" value="0.35" units="cm"/>
      <inkml:brushProperty name="color" value="#D2C8C3"/>
    </inkml:brush>
  </inkml:definitions>
  <inkml:trace contextRef="#ctx0" brushRef="#br0">0 0 24424,'2939'73'0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4:03:43.92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0 230 24575,'259'-2'0,"44"-11"-1300,154-9-3899,1684-110 1333,-1757 105 3570,-79 8 114,106 5 449,198 14 9166,155 2-8332,-454-2-1059,-279 1-42,0 2 0,51 12 0,-49-8 0,67 5 0,-44-13 0,-42 0 0,0 0 0,1 1 0,-1 0 0,0 1 0,0 1 0,26 6 0,-37-7 7,-1 1-1,1-1 1,0 1 0,-1-1-1,1 1 1,-1 0-1,0 0 1,1 0 0,-1 0-1,0 0 1,0 0-1,0 1 1,-1-1 0,1 1-1,-1 0 1,1-1-1,1 6 1,0 0-254,-1 0-1,0 0 1,-1 1 0,1-1-1,-1 9 1,0 14-6579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4:03:50.955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0 1 24575,'16'0'0,"0"2"0,0 0 0,16 5 0,34 5 0,701 5 0,-518-19 0,204 31 0,-95-20-109,-260-10-1147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23:15:41.56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365 329 24575,'418'14'0,"-274"-3"0,304 31 0,-352-23 0,-60-11 0,2-1 0,39 2 0,386-8 0,-221-3 0,418 2 0,-604-3 0,77-13 0,37-2 0,-160 18 0,0-1 0,0 0 0,-1 0 0,12-4 0,-20 5 0,0 0 0,0-1 0,0 1 0,0 0 0,0-1 0,0 1 0,0-1 0,0 1 0,-1-1 0,1 1 0,0-1 0,0 0 0,-1 1 0,1-1 0,0 0 0,-1 1 0,1-1 0,-1 0 0,1 0 0,-1 0 0,1-1 0,-1 0 0,0 1 0,0-1 0,0 1 0,-1 0 0,1-1 0,-1 1 0,1-1 0,-1 1 0,0 0 0,1 0 0,-1-1 0,0 1 0,0 0 0,0 0 0,0 0 0,0 0 0,0 0 0,0 0 0,0 0 0,-2-1 0,-19-14 0,-2 1 0,1 1 0,-2 1 0,0 1 0,0 1 0,-41-11 0,29 12 0,0 2 0,0 1 0,-72-3 0,-119 13 0,90 0 0,-427-3 0,512-2 0,-68-13 0,-13 0 0,-365 9 0,284 8 0,127-6 0,-112-20 0,163 18 0,-24-8 0,50 10 0,1 1 0,-1 0 0,0 1 0,0 0 0,-1 0 0,1 1 0,0 1 0,0 0 0,-16 2 0,24-1 0,1 0 0,-1 0 0,1 1 0,-1-1 0,1 0 0,0 1 0,0-1 0,0 1 0,0 0 0,0 0 0,0 0 0,0 0 0,1 0 0,-1 0 0,1 1 0,-1-1 0,1 0 0,0 1 0,0-1 0,0 1 0,0-1 0,0 1 0,1-1 0,-1 5 0,-1 8 0,0 0 0,1 1 0,2 19 0,0-1 0,-2-25 0,0 0 0,0 0 0,-1 0 0,0-1 0,0 1 0,-1 0 0,0-1 0,-1 0 0,0 0 0,-5 10 0,7-16 0,0 1 0,0 0 0,0-1 0,0 1 0,0-1 0,-1 0 0,1 0 0,-1 0 0,0 0 0,1 0 0,-1 0 0,0-1 0,0 1 0,0-1 0,0 0 0,0 0 0,0 0 0,0 0 0,-1-1 0,1 1 0,0-1 0,0 0 0,-1 0 0,1 0 0,0 0 0,0 0 0,-1-1 0,1 0 0,0 1 0,0-1 0,-4-2 0,2 1 0,0 0 0,1 0 0,-1-1 0,1 1 0,-1-1 0,1 0 0,0-1 0,0 1 0,0-1 0,0 1 0,1-1 0,0 0 0,0-1 0,0 1 0,0 0 0,0-1 0,-2-6 0,-1-5 0,1-1 0,1 0 0,-4-34 0,7 40 0,0-1 0,-1 0 0,0 1 0,-1-1 0,0 1 0,-1 0 0,0 0 0,-1 0 0,0 1 0,-12-18 0,15 25 0,0 0 0,0 1 0,-1-1 0,1 1 0,-1-1 0,0 1 0,1 0 0,-1 0 0,0 1 0,0-1 0,0 0 0,0 1 0,0 0 0,-1 0 0,1 0 0,0 0 0,-1 0 0,1 1 0,0-1 0,-5 1 0,4 1 0,0-1 0,1 1 0,-1 1 0,0-1 0,0 0 0,0 1 0,1 0 0,-1 0 0,1 0 0,0 0 0,-1 1 0,1-1 0,0 1 0,-4 5 0,-2 2 0,1 0 0,0 1 0,1 0 0,1 1 0,-1-1 0,2 1 0,0 1 0,0-1 0,-4 19 0,7-19 0,0 0 0,0 1 0,1 0 0,0-1 0,3 21 0,-1-27 0,0 1 0,0-2 0,1 1 0,-1 0 0,2 0 0,-1 0 0,1-1 0,-1 1 0,1-1 0,1 0 0,-1 0 0,1 0 0,6 7 0,18 12 0,1-1 0,45 28 0,-46-32 0,3-1 0,0-1 0,1-1 0,0-2 0,1-2 0,50 13 0,-42-18 0,0-1 0,0-3 0,1-1 0,65-5 0,-13 0 0,1157 3 0,-885-19 0,-36 1 0,-324 17 0,57 1 0,92-14 0,-87 5 0,-44 7 0,1-1 0,-1-1 0,0-2 0,0 0 0,36-15 0,-39 11 0,0-1 0,-1-2 0,-1 0 0,1 0 0,-2-2 0,0-1 0,22-25 0,-30 30 0,-1 0 0,-1-1 0,0-1 0,-1 1 0,0-1 0,-1-1 0,0 1 0,-1-1 0,-1 0 0,0 0 0,-1 0 0,0-1 0,0-16 0,-2 18 0,0-1 0,-1 1 0,-1-1 0,0 1 0,-6-24 0,6 33 0,-1 0 0,1 0 0,-1-1 0,0 1 0,0 0 0,0 1 0,-1-1 0,1 0 0,-1 1 0,0-1 0,0 1 0,0 0 0,-1 0 0,1 0 0,-1 0 0,1 1 0,-1-1 0,0 1 0,0 0 0,0 0 0,-5-1 0,-12-2 0,0 1 0,0 1 0,0 1 0,-1 1 0,1 0 0,-1 2 0,-22 3 0,-21 0 0,-862 0 0,502-6 0,361-1 0,-72-12 0,-28-3 0,-368 15 0,277 6 0,-71-3-1365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23:15:42.05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4:04:01.277"/>
    </inkml:context>
    <inkml:brush xml:id="br0">
      <inkml:brushProperty name="width" value="0.35" units="cm"/>
      <inkml:brushProperty name="height" value="0.35" units="cm"/>
      <inkml:brushProperty name="color" value="#969CB4"/>
    </inkml:brush>
  </inkml:definitions>
  <inkml:trace contextRef="#ctx0" brushRef="#br0">1 1 24575,'1152'61'0,"-955"-38"0,137 8 0,-152-13 0,-6 0 0,-43-18 0,47 2 0,-149 3-1365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23:16:02.51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65 24433,'3413'0'0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23:16:06.27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75 24575,'5'-1'0,"0"0"0,0 0 0,0 0 0,0 0 0,0-1 0,7-3 0,19-5 0,28 1 0,1 3 0,118 4 0,-102 3 0,1953 0 0,-1981-3 0,77-14 0,17-1 0,10 15-1365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23:16:06.89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4:05:17.684"/>
    </inkml:context>
    <inkml:brush xml:id="br0">
      <inkml:brushProperty name="width" value="0.35" units="cm"/>
      <inkml:brushProperty name="height" value="0.35" units="cm"/>
      <inkml:brushProperty name="color" value="#969CB4"/>
    </inkml:brush>
  </inkml:definitions>
  <inkml:trace contextRef="#ctx0" brushRef="#br0">1 0 24575,'1200'0'-164,"2226"0"-1037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23:16:45.091"/>
    </inkml:context>
    <inkml:brush xml:id="br0">
      <inkml:brushProperty name="width" value="0.35" units="cm"/>
      <inkml:brushProperty name="height" value="0.35" units="cm"/>
      <inkml:brushProperty name="color" value="#969CB4"/>
    </inkml:brush>
  </inkml:definitions>
  <inkml:trace contextRef="#ctx0" brushRef="#br0">0 7 23209,'2831'0'0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23:17:18.556"/>
    </inkml:context>
    <inkml:brush xml:id="br0">
      <inkml:brushProperty name="width" value="0.35" units="cm"/>
      <inkml:brushProperty name="height" value="0.35" units="cm"/>
      <inkml:brushProperty name="color" value="#85829F"/>
    </inkml:brush>
  </inkml:definitions>
  <inkml:trace contextRef="#ctx0" brushRef="#br0">0 293 24575,'768'0'0,"-552"-18"0,-13-1 0,838 18 0,-500 3 0,-504 0 0,0 2 0,-1 2 0,62 17 0,47 7 0,-53-21 0,-64-6 0,-78-7 0,-45-7 0,-157-42 0,176 35 0,-809-143 0,725 150 0,66 7 0,-39-14 0,61 6 0,6 2 0,-28-4 0,-110-2 0,118 14 0,-261 6 0,228 13 0,-9 1 0,-40 2 0,146-16 0,-10 3 0,32-7 0,-1 0 0,1 0 0,0 0 0,-1 0 0,1 0 0,0 0 0,-1 0 0,1 0 0,0 0 0,0 0 0,-1 0 0,1 0 0,0 1 0,-1-1 0,1 0 0,0 0 0,0 0 0,-1 1 0,1-1 0,0 0 0,0 0 0,0 0 0,-1 1 0,1-1 0,0 0 0,0 0 0,0 1 0,0-1 0,0 0 0,0 1 0,-1-1 0,1 0 0,0 1 0,0-1 0,0 0 0,0 0 0,0 1 0,0-1 0,0 0 0,0 1 0,0-1 0,0 0 0,1 1 0,-1-1 0,0 0 0,0 0 0,0 1 0,0-1 0,0 1 0,17 8 0,20-1 0,1-2 0,0-1 0,0-2 0,51-3 0,-35 1 0,956 0 0,-490-3 0,609 2-1365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4:05:36.422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1 1 24575,'43'1'0,"69"12"0,-54-5 0,1863 125-1760,-1695-133 1827,-17-2 112,254 31 0,-307-1 791,-76-12-605,-31-7-365,11 3 0,0-3 0,65 1 0,-81-7 0,67 13 0,-65-8 0,60 3 0,44-11-1365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23:19:32.746"/>
    </inkml:context>
    <inkml:brush xml:id="br0">
      <inkml:brushProperty name="width" value="0.35" units="cm"/>
      <inkml:brushProperty name="height" value="0.35" units="cm"/>
      <inkml:brushProperty name="color" value="#969CB4"/>
    </inkml:brush>
  </inkml:definitions>
  <inkml:trace contextRef="#ctx0" brushRef="#br0">3012 0 23892,'-3011'0'0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23:19:36.335"/>
    </inkml:context>
    <inkml:brush xml:id="br0">
      <inkml:brushProperty name="width" value="0.35" units="cm"/>
      <inkml:brushProperty name="height" value="0.35" units="cm"/>
      <inkml:brushProperty name="color" value="#969CB4"/>
    </inkml:brush>
  </inkml:definitions>
  <inkml:trace contextRef="#ctx0" brushRef="#br0">1 0 24404,'3410'36'0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4:06:54.535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1 78 24575,'896'-25'0,"-654"15"0,111-6 0,463-10 0,-128 28-1365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23:18:57.675"/>
    </inkml:context>
    <inkml:brush xml:id="br0">
      <inkml:brushProperty name="width" value="0.35" units="cm"/>
      <inkml:brushProperty name="height" value="0.35" units="cm"/>
      <inkml:brushProperty name="color" value="#AA7A69"/>
    </inkml:brush>
  </inkml:definitions>
  <inkml:trace contextRef="#ctx0" brushRef="#br0">0 0 23892,'2976'0'0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23:18:58.118"/>
    </inkml:context>
    <inkml:brush xml:id="br0">
      <inkml:brushProperty name="width" value="0.35" units="cm"/>
      <inkml:brushProperty name="height" value="0.35" units="cm"/>
      <inkml:brushProperty name="color" value="#AA7A69"/>
    </inkml:brush>
  </inkml:definitions>
  <inkml:trace contextRef="#ctx0" brushRef="#br0">0 1 24575,'0'0'-8191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14:06:57.488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1 1 24575,'27'1'0,"0"1"0,34 7 0,3 2 0,120 14 0,106 19 0,110 26-164,1769 348-3945,-1575-300 2544,59 42 1854,-619-153 510,0-1 1,1-2-1,-1-2 0,1 0 0,55-6 0,-5 1-45,-48 3-2119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23:19:47.022"/>
    </inkml:context>
    <inkml:brush xml:id="br0">
      <inkml:brushProperty name="width" value="0.35" units="cm"/>
      <inkml:brushProperty name="height" value="0.35" units="cm"/>
      <inkml:brushProperty name="color" value="#969CB4"/>
    </inkml:brush>
  </inkml:definitions>
  <inkml:trace contextRef="#ctx0" brushRef="#br0">2940 7 24478,'-2940'0'0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23:19:51.499"/>
    </inkml:context>
    <inkml:brush xml:id="br0">
      <inkml:brushProperty name="width" value="0.35" units="cm"/>
      <inkml:brushProperty name="height" value="0.35" units="cm"/>
      <inkml:brushProperty name="color" value="#969CB4"/>
    </inkml:brush>
  </inkml:definitions>
  <inkml:trace contextRef="#ctx0" brushRef="#br0">1 0 24506,'3556'181'0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23:19:54.921"/>
    </inkml:context>
    <inkml:brush xml:id="br0">
      <inkml:brushProperty name="width" value="0.35" units="cm"/>
      <inkml:brushProperty name="height" value="0.35" units="cm"/>
      <inkml:brushProperty name="color" value="#969CB4"/>
    </inkml:brush>
  </inkml:definitions>
  <inkml:trace contextRef="#ctx0" brushRef="#br0">5008 29 24221,'-5007'0'0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23:15:49.953"/>
    </inkml:context>
    <inkml:brush xml:id="br0">
      <inkml:brushProperty name="width" value="0.35" units="cm"/>
      <inkml:brushProperty name="height" value="0.35" units="cm"/>
      <inkml:brushProperty name="color" value="#D2C8C3"/>
    </inkml:brush>
  </inkml:definitions>
  <inkml:trace contextRef="#ctx0" brushRef="#br0">0 0 24512,'2724'0'0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23:15:51.145"/>
    </inkml:context>
    <inkml:brush xml:id="br0">
      <inkml:brushProperty name="width" value="0.35" units="cm"/>
      <inkml:brushProperty name="height" value="0.35" units="cm"/>
      <inkml:brushProperty name="color" value="#D2C8C3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B3FA10-30CE-496C-9041-3DB0ADEFB9AA}" type="datetimeFigureOut">
              <a:rPr lang="es-ES" smtClean="0"/>
              <a:t>23/07/2026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86F0FA-2445-4A76-B302-DF187ADFC03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353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6F0FA-2445-4A76-B302-DF187ADFC031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3036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customXml" Target="../ink/ink6.xml"/><Relationship Id="rId3" Type="http://schemas.openxmlformats.org/officeDocument/2006/relationships/image" Target="../media/image1.png"/><Relationship Id="rId7" Type="http://schemas.openxmlformats.org/officeDocument/2006/relationships/customXml" Target="../ink/ink3.xml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1" Type="http://schemas.openxmlformats.org/officeDocument/2006/relationships/customXml" Target="../ink/ink5.xml"/><Relationship Id="rId5" Type="http://schemas.openxmlformats.org/officeDocument/2006/relationships/image" Target="../media/image2.png"/><Relationship Id="rId10" Type="http://schemas.openxmlformats.org/officeDocument/2006/relationships/image" Target="../media/image4.png"/><Relationship Id="rId4" Type="http://schemas.openxmlformats.org/officeDocument/2006/relationships/customXml" Target="../ink/ink1.xml"/><Relationship Id="rId9" Type="http://schemas.openxmlformats.org/officeDocument/2006/relationships/customXml" Target="../ink/ink4.xml"/><Relationship Id="rId1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customXml" Target="../ink/ink8.xml"/><Relationship Id="rId4" Type="http://schemas.openxmlformats.org/officeDocument/2006/relationships/image" Target="../media/image60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13" Type="http://schemas.openxmlformats.org/officeDocument/2006/relationships/customXml" Target="../ink/ink17.xml"/><Relationship Id="rId3" Type="http://schemas.openxmlformats.org/officeDocument/2006/relationships/customXml" Target="../ink/ink11.xml"/><Relationship Id="rId7" Type="http://schemas.openxmlformats.org/officeDocument/2006/relationships/customXml" Target="../ink/ink13.xml"/><Relationship Id="rId12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customXml" Target="../ink/ink16.xml"/><Relationship Id="rId5" Type="http://schemas.openxmlformats.org/officeDocument/2006/relationships/customXml" Target="../ink/ink12.xml"/><Relationship Id="rId10" Type="http://schemas.openxmlformats.org/officeDocument/2006/relationships/image" Target="../media/image10.png"/><Relationship Id="rId4" Type="http://schemas.openxmlformats.org/officeDocument/2006/relationships/image" Target="../media/image90.png"/><Relationship Id="rId9" Type="http://schemas.openxmlformats.org/officeDocument/2006/relationships/customXml" Target="../ink/ink15.xml"/><Relationship Id="rId1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customXml" Target="../ink/ink19.xml"/><Relationship Id="rId4" Type="http://schemas.openxmlformats.org/officeDocument/2006/relationships/image" Target="../media/image1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customXml" Target="../ink/ink20.xml"/><Relationship Id="rId7" Type="http://schemas.openxmlformats.org/officeDocument/2006/relationships/customXml" Target="../ink/ink22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customXml" Target="../ink/ink21.xml"/><Relationship Id="rId4" Type="http://schemas.openxmlformats.org/officeDocument/2006/relationships/image" Target="../media/image15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customXml" Target="../ink/ink23.xml"/><Relationship Id="rId7" Type="http://schemas.openxmlformats.org/officeDocument/2006/relationships/customXml" Target="../ink/ink25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customXml" Target="../ink/ink24.xml"/><Relationship Id="rId4" Type="http://schemas.openxmlformats.org/officeDocument/2006/relationships/image" Target="../media/image18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customXml" Target="../ink/ink26.xml"/><Relationship Id="rId7" Type="http://schemas.openxmlformats.org/officeDocument/2006/relationships/customXml" Target="../ink/ink28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customXml" Target="../ink/ink27.xml"/><Relationship Id="rId4" Type="http://schemas.openxmlformats.org/officeDocument/2006/relationships/image" Target="../media/image20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customXml" Target="../ink/ink29.xml"/><Relationship Id="rId7" Type="http://schemas.openxmlformats.org/officeDocument/2006/relationships/customXml" Target="../ink/ink31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customXml" Target="../ink/ink30.xml"/><Relationship Id="rId10" Type="http://schemas.openxmlformats.org/officeDocument/2006/relationships/image" Target="../media/image26.png"/><Relationship Id="rId4" Type="http://schemas.openxmlformats.org/officeDocument/2006/relationships/image" Target="../media/image24.png"/><Relationship Id="rId9" Type="http://schemas.openxmlformats.org/officeDocument/2006/relationships/customXml" Target="../ink/ink3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customXml" Target="../ink/ink33.xml"/><Relationship Id="rId7" Type="http://schemas.openxmlformats.org/officeDocument/2006/relationships/customXml" Target="../ink/ink35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customXml" Target="../ink/ink34.xml"/><Relationship Id="rId4" Type="http://schemas.openxmlformats.org/officeDocument/2006/relationships/image" Target="../media/image27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customXml" Target="../ink/ink36.xml"/><Relationship Id="rId7" Type="http://schemas.openxmlformats.org/officeDocument/2006/relationships/customXml" Target="../ink/ink38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customXml" Target="../ink/ink37.xml"/><Relationship Id="rId4" Type="http://schemas.openxmlformats.org/officeDocument/2006/relationships/image" Target="../media/image30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customXml" Target="../ink/ink39.xml"/><Relationship Id="rId7" Type="http://schemas.openxmlformats.org/officeDocument/2006/relationships/customXml" Target="../ink/ink41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customXml" Target="../ink/ink40.xml"/><Relationship Id="rId4" Type="http://schemas.openxmlformats.org/officeDocument/2006/relationships/image" Target="../media/image3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customXml" Target="../ink/ink42.xml"/><Relationship Id="rId7" Type="http://schemas.openxmlformats.org/officeDocument/2006/relationships/customXml" Target="../ink/ink44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customXml" Target="../ink/ink43.xml"/><Relationship Id="rId4" Type="http://schemas.openxmlformats.org/officeDocument/2006/relationships/image" Target="../media/image36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5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customXml" Target="../ink/ink46.xml"/><Relationship Id="rId4" Type="http://schemas.openxmlformats.org/officeDocument/2006/relationships/image" Target="../media/image2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3F808F08-FD01-059A-0C1B-4820F8D67753}"/>
                  </a:ext>
                </a:extLst>
              </p14:cNvPr>
              <p14:cNvContentPartPr/>
              <p14:nvPr/>
            </p14:nvContentPartPr>
            <p14:xfrm>
              <a:off x="13611240" y="7511143"/>
              <a:ext cx="360" cy="360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3F808F08-FD01-059A-0C1B-4820F8D6775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548600" y="7448143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2A165488-8E2E-E63A-F677-6D9C2C8A8E26}"/>
                  </a:ext>
                </a:extLst>
              </p14:cNvPr>
              <p14:cNvContentPartPr/>
              <p14:nvPr/>
            </p14:nvContentPartPr>
            <p14:xfrm>
              <a:off x="-953640" y="1541366"/>
              <a:ext cx="360" cy="36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2A165488-8E2E-E63A-F677-6D9C2C8A8E2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016640" y="1478366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137436C1-C96D-F6F6-02BA-ED1910E299E0}"/>
                  </a:ext>
                </a:extLst>
              </p14:cNvPr>
              <p14:cNvContentPartPr/>
              <p14:nvPr/>
            </p14:nvContentPartPr>
            <p14:xfrm>
              <a:off x="15061320" y="8960863"/>
              <a:ext cx="1006200" cy="26640"/>
            </p14:xfrm>
          </p:contentPart>
        </mc:Choice>
        <mc:Fallback xmlns=""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137436C1-C96D-F6F6-02BA-ED1910E299E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998320" y="8897863"/>
                <a:ext cx="113184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" name="Entrada de lápiz 13">
                <a:extLst>
                  <a:ext uri="{FF2B5EF4-FFF2-40B4-BE49-F238E27FC236}">
                    <a16:creationId xmlns:a16="http://schemas.microsoft.com/office/drawing/2014/main" id="{B95FD18B-CF9B-A18A-BCD3-AC69191B8049}"/>
                  </a:ext>
                </a:extLst>
              </p14:cNvPr>
              <p14:cNvContentPartPr/>
              <p14:nvPr/>
            </p14:nvContentPartPr>
            <p14:xfrm>
              <a:off x="16916400" y="8582143"/>
              <a:ext cx="360" cy="360"/>
            </p14:xfrm>
          </p:contentPart>
        </mc:Choice>
        <mc:Fallback xmlns="">
          <p:pic>
            <p:nvPicPr>
              <p:cNvPr id="14" name="Entrada de lápiz 13">
                <a:extLst>
                  <a:ext uri="{FF2B5EF4-FFF2-40B4-BE49-F238E27FC236}">
                    <a16:creationId xmlns:a16="http://schemas.microsoft.com/office/drawing/2014/main" id="{B95FD18B-CF9B-A18A-BCD3-AC69191B804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853400" y="8519143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upo 6">
            <a:extLst>
              <a:ext uri="{FF2B5EF4-FFF2-40B4-BE49-F238E27FC236}">
                <a16:creationId xmlns:a16="http://schemas.microsoft.com/office/drawing/2014/main" id="{40554B45-F490-B587-09CD-ED05BD9AFA53}"/>
              </a:ext>
            </a:extLst>
          </p:cNvPr>
          <p:cNvGrpSpPr/>
          <p:nvPr/>
        </p:nvGrpSpPr>
        <p:grpSpPr>
          <a:xfrm>
            <a:off x="340952" y="311722"/>
            <a:ext cx="810000" cy="129960"/>
            <a:chOff x="340952" y="311722"/>
            <a:chExt cx="810000" cy="12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5A1F4A06-A2E6-7BB6-275A-CB80569A37A7}"/>
                    </a:ext>
                  </a:extLst>
                </p14:cNvPr>
                <p14:cNvContentPartPr/>
                <p14:nvPr/>
              </p14:nvContentPartPr>
              <p14:xfrm>
                <a:off x="340952" y="311722"/>
                <a:ext cx="200880" cy="43920"/>
              </p14:xfrm>
            </p:contentPart>
          </mc:Choice>
          <mc:Fallback xmlns=""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5A1F4A06-A2E6-7BB6-275A-CB80569A37A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34832" y="305602"/>
                  <a:ext cx="2131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A7E8E154-4E4A-29C3-60E2-AAB24D358166}"/>
                    </a:ext>
                  </a:extLst>
                </p14:cNvPr>
                <p14:cNvContentPartPr/>
                <p14:nvPr/>
              </p14:nvContentPartPr>
              <p14:xfrm>
                <a:off x="477392" y="354562"/>
                <a:ext cx="673560" cy="87120"/>
              </p14:xfrm>
            </p:contentPart>
          </mc:Choice>
          <mc:Fallback xmlns=""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A7E8E154-4E4A-29C3-60E2-AAB24D35816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71272" y="348442"/>
                  <a:ext cx="685800" cy="993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56BBF824-25DA-DD38-A73D-80947CD2D722}"/>
                  </a:ext>
                </a:extLst>
              </p14:cNvPr>
              <p14:cNvContentPartPr/>
              <p14:nvPr/>
            </p14:nvContentPartPr>
            <p14:xfrm>
              <a:off x="15076080" y="8887423"/>
              <a:ext cx="987120" cy="7668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56BBF824-25DA-DD38-A73D-80947CD2D72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013440" y="8824423"/>
                <a:ext cx="111276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E1ADEFF6-B92D-61D1-284C-57249D538D74}"/>
                  </a:ext>
                </a:extLst>
              </p14:cNvPr>
              <p14:cNvContentPartPr/>
              <p14:nvPr/>
            </p14:nvContentPartPr>
            <p14:xfrm>
              <a:off x="17686800" y="6753343"/>
              <a:ext cx="360" cy="360"/>
            </p14:xfrm>
          </p:contentPart>
        </mc:Choice>
        <mc:Fallback xmlns=""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E1ADEFF6-B92D-61D1-284C-57249D538D7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624160" y="6690343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0782E3C3-DEEE-7E31-030F-DA96CFEB9CE6}"/>
                  </a:ext>
                </a:extLst>
              </p14:cNvPr>
              <p14:cNvContentPartPr/>
              <p14:nvPr/>
            </p14:nvContentPartPr>
            <p14:xfrm>
              <a:off x="15035040" y="8947903"/>
              <a:ext cx="360" cy="360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0782E3C3-DEEE-7E31-030F-DA96CFEB9CE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972400" y="8884903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88FFDD82-06D5-6B35-6477-35E3B80E920C}"/>
                  </a:ext>
                </a:extLst>
              </p14:cNvPr>
              <p14:cNvContentPartPr/>
              <p14:nvPr/>
            </p14:nvContentPartPr>
            <p14:xfrm>
              <a:off x="463712" y="190762"/>
              <a:ext cx="613440" cy="73800"/>
            </p14:xfrm>
          </p:contentPart>
        </mc:Choice>
        <mc:Fallback xmlns=""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88FFDD82-06D5-6B35-6477-35E3B80E920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57592" y="184642"/>
                <a:ext cx="625680" cy="86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295955C0-50BB-8804-777B-8B471395E073}"/>
                  </a:ext>
                </a:extLst>
              </p14:cNvPr>
              <p14:cNvContentPartPr/>
              <p14:nvPr/>
            </p14:nvContentPartPr>
            <p14:xfrm>
              <a:off x="15061320" y="8947903"/>
              <a:ext cx="1006200" cy="720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295955C0-50BB-8804-777B-8B471395E0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998320" y="8821903"/>
                <a:ext cx="113184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C1D9E458-8FAA-C480-0316-112F825AF01D}"/>
                  </a:ext>
                </a:extLst>
              </p14:cNvPr>
              <p14:cNvContentPartPr/>
              <p14:nvPr/>
            </p14:nvContentPartPr>
            <p14:xfrm>
              <a:off x="15048360" y="8960863"/>
              <a:ext cx="360" cy="36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C1D9E458-8FAA-C480-0316-112F825AF01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985360" y="8898223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F2558569-5C4A-06E0-3668-BF1D1B5E8627}"/>
                  </a:ext>
                </a:extLst>
              </p14:cNvPr>
              <p14:cNvContentPartPr/>
              <p14:nvPr/>
            </p14:nvContentPartPr>
            <p14:xfrm>
              <a:off x="17046720" y="8647303"/>
              <a:ext cx="360" cy="36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F2558569-5C4A-06E0-3668-BF1D1B5E862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984080" y="8584663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65B0BD14-11D8-24F8-1536-B558FC405ADA}"/>
                  </a:ext>
                </a:extLst>
              </p14:cNvPr>
              <p14:cNvContentPartPr/>
              <p14:nvPr/>
            </p14:nvContentPartPr>
            <p14:xfrm>
              <a:off x="17425800" y="7968343"/>
              <a:ext cx="360" cy="360"/>
            </p14:xfrm>
          </p:contentPart>
        </mc:Choice>
        <mc:Fallback xmlns=""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65B0BD14-11D8-24F8-1536-B558FC405AD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362800" y="7905343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9766FCB9-75EE-A6A7-68C3-CEE9170FC695}"/>
                  </a:ext>
                </a:extLst>
              </p14:cNvPr>
              <p14:cNvContentPartPr/>
              <p14:nvPr/>
            </p14:nvContentPartPr>
            <p14:xfrm>
              <a:off x="234720" y="299983"/>
              <a:ext cx="1280520" cy="360"/>
            </p14:xfrm>
          </p:contentPart>
        </mc:Choice>
        <mc:Fallback xmlns=""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9766FCB9-75EE-A6A7-68C3-CEE9170FC69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1720" y="237343"/>
                <a:ext cx="140616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37A3ECE8-A2CA-A250-1E31-C757290D70C2}"/>
                  </a:ext>
                </a:extLst>
              </p14:cNvPr>
              <p14:cNvContentPartPr/>
              <p14:nvPr/>
            </p14:nvContentPartPr>
            <p14:xfrm>
              <a:off x="326160" y="2965063"/>
              <a:ext cx="1071360" cy="13680"/>
            </p14:xfrm>
          </p:contentPart>
        </mc:Choice>
        <mc:Fallback xmlns=""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37A3ECE8-A2CA-A250-1E31-C757290D70C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63520" y="571063"/>
                <a:ext cx="1197000" cy="47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4872D035-5957-B8DE-7C09-2FA6A0C5BB6D}"/>
                  </a:ext>
                </a:extLst>
              </p14:cNvPr>
              <p14:cNvContentPartPr/>
              <p14:nvPr/>
            </p14:nvContentPartPr>
            <p14:xfrm>
              <a:off x="245552" y="791242"/>
              <a:ext cx="572040" cy="360"/>
            </p14:xfrm>
          </p:contentPart>
        </mc:Choice>
        <mc:Fallback xmlns=""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4872D035-5957-B8DE-7C09-2FA6A0C5BB6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39432" y="785122"/>
                <a:ext cx="584280" cy="1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1423F3B5-CE10-BC8D-3067-8209B3DC96F5}"/>
                  </a:ext>
                </a:extLst>
              </p14:cNvPr>
              <p14:cNvContentPartPr/>
              <p14:nvPr/>
            </p14:nvContentPartPr>
            <p14:xfrm>
              <a:off x="15048000" y="8947903"/>
              <a:ext cx="1046160" cy="720"/>
            </p14:xfrm>
          </p:contentPart>
        </mc:Choice>
        <mc:Fallback xmlns=""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1423F3B5-CE10-BC8D-3067-8209B3DC96F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984978" y="8821903"/>
                <a:ext cx="1171843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2A65E823-7BC6-402B-ECB9-D65064D8841A}"/>
                  </a:ext>
                </a:extLst>
              </p14:cNvPr>
              <p14:cNvContentPartPr/>
              <p14:nvPr/>
            </p14:nvContentPartPr>
            <p14:xfrm>
              <a:off x="654872" y="741922"/>
              <a:ext cx="427320" cy="8640"/>
            </p14:xfrm>
          </p:contentPart>
        </mc:Choice>
        <mc:Fallback xmlns=""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2A65E823-7BC6-402B-ECB9-D65064D8841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8752" y="735802"/>
                <a:ext cx="439560" cy="20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4AB0B31F-8F4A-E452-354C-2BD4A7CA2D1C}"/>
                  </a:ext>
                </a:extLst>
              </p14:cNvPr>
              <p14:cNvContentPartPr/>
              <p14:nvPr/>
            </p14:nvContentPartPr>
            <p14:xfrm>
              <a:off x="15074280" y="8934583"/>
              <a:ext cx="1019160" cy="360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4AB0B31F-8F4A-E452-354C-2BD4A7CA2D1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011280" y="8871583"/>
                <a:ext cx="11448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890E6AF0-4B5F-41C2-E54B-1B8797FD10F5}"/>
                  </a:ext>
                </a:extLst>
              </p14:cNvPr>
              <p14:cNvContentPartPr/>
              <p14:nvPr/>
            </p14:nvContentPartPr>
            <p14:xfrm>
              <a:off x="17883000" y="6766303"/>
              <a:ext cx="2520" cy="36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890E6AF0-4B5F-41C2-E54B-1B8797FD10F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820000" y="6703663"/>
                <a:ext cx="12816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C6AE0D59-C32B-F5AD-9B2F-0C64130D18FB}"/>
                  </a:ext>
                </a:extLst>
              </p14:cNvPr>
              <p14:cNvContentPartPr/>
              <p14:nvPr/>
            </p14:nvContentPartPr>
            <p14:xfrm>
              <a:off x="13265312" y="955042"/>
              <a:ext cx="2073960" cy="41760"/>
            </p14:xfrm>
          </p:contentPart>
        </mc:Choice>
        <mc:Fallback xmlns=""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C6AE0D59-C32B-F5AD-9B2F-0C64130D18F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259192" y="948922"/>
                <a:ext cx="2086200" cy="54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EEB0A6DF-5674-1AEC-DCD9-70D43E8A30EF}"/>
                  </a:ext>
                </a:extLst>
              </p14:cNvPr>
              <p14:cNvContentPartPr/>
              <p14:nvPr/>
            </p14:nvContentPartPr>
            <p14:xfrm>
              <a:off x="15061320" y="8921623"/>
              <a:ext cx="1058400" cy="26640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EEB0A6DF-5674-1AEC-DCD9-70D43E8A30E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998320" y="8858623"/>
                <a:ext cx="118404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68AD82DC-43C1-2263-6818-F11D1DDA227E}"/>
                  </a:ext>
                </a:extLst>
              </p14:cNvPr>
              <p14:cNvContentPartPr/>
              <p14:nvPr/>
            </p14:nvContentPartPr>
            <p14:xfrm>
              <a:off x="13019792" y="367522"/>
              <a:ext cx="2323080" cy="83160"/>
            </p14:xfrm>
          </p:contentPart>
        </mc:Choice>
        <mc:Fallback xmlns=""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68AD82DC-43C1-2263-6818-F11D1DDA227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013672" y="361402"/>
                <a:ext cx="233532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484B789E-E51F-0E6E-46BF-BAAAD642C5CE}"/>
                  </a:ext>
                </a:extLst>
              </p14:cNvPr>
              <p14:cNvContentPartPr/>
              <p14:nvPr/>
            </p14:nvContentPartPr>
            <p14:xfrm>
              <a:off x="2210792" y="381922"/>
              <a:ext cx="745920" cy="28080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484B789E-E51F-0E6E-46BF-BAAAD642C5C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47792" y="319282"/>
                <a:ext cx="871560" cy="153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6572A97E-61BB-798C-475B-040DBD9EC0C9}"/>
                  </a:ext>
                </a:extLst>
              </p14:cNvPr>
              <p14:cNvContentPartPr/>
              <p14:nvPr/>
            </p14:nvContentPartPr>
            <p14:xfrm>
              <a:off x="14904000" y="8816503"/>
              <a:ext cx="1256760" cy="238680"/>
            </p14:xfrm>
          </p:contentPart>
        </mc:Choice>
        <mc:Fallback xmlns=""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6572A97E-61BB-798C-475B-040DBD9EC0C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841000" y="8753503"/>
                <a:ext cx="1382400" cy="3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9C264E00-363A-BC5F-D52B-1D950C4557C2}"/>
                  </a:ext>
                </a:extLst>
              </p14:cNvPr>
              <p14:cNvContentPartPr/>
              <p14:nvPr/>
            </p14:nvContentPartPr>
            <p14:xfrm>
              <a:off x="17242920" y="7719943"/>
              <a:ext cx="360" cy="360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9C264E00-363A-BC5F-D52B-1D950C4557C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179920" y="7657303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6ABE1C3F-2439-855D-A3AB-2775BCDCA4AF}"/>
                  </a:ext>
                </a:extLst>
              </p14:cNvPr>
              <p14:cNvContentPartPr/>
              <p14:nvPr/>
            </p14:nvContentPartPr>
            <p14:xfrm>
              <a:off x="1733072" y="531946"/>
              <a:ext cx="858960" cy="5760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6ABE1C3F-2439-855D-A3AB-2775BCDCA4A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70432" y="469306"/>
                <a:ext cx="984600" cy="183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918F2B5E-0A8C-8D8A-79CF-536AE3FF5007}"/>
                  </a:ext>
                </a:extLst>
              </p14:cNvPr>
              <p14:cNvContentPartPr/>
              <p14:nvPr/>
            </p14:nvContentPartPr>
            <p14:xfrm>
              <a:off x="14865120" y="8869423"/>
              <a:ext cx="1228680" cy="720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918F2B5E-0A8C-8D8A-79CF-536AE3FF500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802120" y="8743423"/>
                <a:ext cx="135432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81366BEA-2E36-B54B-9E3F-6614F9EDB563}"/>
                  </a:ext>
                </a:extLst>
              </p14:cNvPr>
              <p14:cNvContentPartPr/>
              <p14:nvPr/>
            </p14:nvContentPartPr>
            <p14:xfrm>
              <a:off x="14996160" y="8973463"/>
              <a:ext cx="1059480" cy="2700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81366BEA-2E36-B54B-9E3F-6614F9EDB56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933160" y="8910823"/>
                <a:ext cx="118512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913E9AE1-C6F7-0E30-5E34-CC4CF4E6AED7}"/>
                  </a:ext>
                </a:extLst>
              </p14:cNvPr>
              <p14:cNvContentPartPr/>
              <p14:nvPr/>
            </p14:nvContentPartPr>
            <p14:xfrm>
              <a:off x="17347320" y="8386303"/>
              <a:ext cx="360" cy="36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913E9AE1-C6F7-0E30-5E34-CC4CF4E6AED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284320" y="8323303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04089236-BBCE-87B3-DFA1-171AB217148D}"/>
                  </a:ext>
                </a:extLst>
              </p14:cNvPr>
              <p14:cNvContentPartPr/>
              <p14:nvPr/>
            </p14:nvContentPartPr>
            <p14:xfrm>
              <a:off x="1064192" y="464002"/>
              <a:ext cx="1665720" cy="360"/>
            </p14:xfrm>
          </p:contentPart>
        </mc:Choice>
        <mc:Fallback xmlns=""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04089236-BBCE-87B3-DFA1-171AB217148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01552" y="401002"/>
                <a:ext cx="179136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635D003B-EEE6-1C4F-955E-3BC7D892C14A}"/>
                  </a:ext>
                </a:extLst>
              </p14:cNvPr>
              <p14:cNvContentPartPr/>
              <p14:nvPr/>
            </p14:nvContentPartPr>
            <p14:xfrm>
              <a:off x="15074280" y="8934583"/>
              <a:ext cx="1019520" cy="720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635D003B-EEE6-1C4F-955E-3BC7D892C14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011280" y="8808583"/>
                <a:ext cx="114516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7958F455-AB89-77EE-2296-4D40E7256E32}"/>
                  </a:ext>
                </a:extLst>
              </p14:cNvPr>
              <p14:cNvContentPartPr/>
              <p14:nvPr/>
            </p14:nvContentPartPr>
            <p14:xfrm>
              <a:off x="15009120" y="8842423"/>
              <a:ext cx="1167480" cy="12024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7958F455-AB89-77EE-2296-4D40E7256E3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946120" y="8779423"/>
                <a:ext cx="129312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2EF55012-D463-69BD-4792-31DC5FB786C2}"/>
                  </a:ext>
                </a:extLst>
              </p14:cNvPr>
              <p14:cNvContentPartPr/>
              <p14:nvPr/>
            </p14:nvContentPartPr>
            <p14:xfrm>
              <a:off x="1269032" y="231802"/>
              <a:ext cx="1447560" cy="109800"/>
            </p14:xfrm>
          </p:contentPart>
        </mc:Choice>
        <mc:Fallback xmlns=""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2EF55012-D463-69BD-4792-31DC5FB786C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06392" y="169162"/>
                <a:ext cx="1573200" cy="235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F26FA6A0-F47D-3D87-91A6-F36D01AF9AEF}"/>
                  </a:ext>
                </a:extLst>
              </p14:cNvPr>
              <p14:cNvContentPartPr/>
              <p14:nvPr/>
            </p14:nvContentPartPr>
            <p14:xfrm>
              <a:off x="14982840" y="8934583"/>
              <a:ext cx="1084320" cy="720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F26FA6A0-F47D-3D87-91A6-F36D01AF9AE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920200" y="8808583"/>
                <a:ext cx="120996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5A514BF2-EFDD-FFCF-1C93-628EF99929C8}"/>
                  </a:ext>
                </a:extLst>
              </p14:cNvPr>
              <p14:cNvContentPartPr/>
              <p14:nvPr/>
            </p14:nvContentPartPr>
            <p14:xfrm>
              <a:off x="861840" y="718303"/>
              <a:ext cx="1227960" cy="1332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5A514BF2-EFDD-FFCF-1C93-628EF99929C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9200" y="655303"/>
                <a:ext cx="135360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69885A9F-D1A3-7C10-3D2D-1D042DCB519F}"/>
                  </a:ext>
                </a:extLst>
              </p14:cNvPr>
              <p14:cNvContentPartPr/>
              <p14:nvPr/>
            </p14:nvContentPartPr>
            <p14:xfrm>
              <a:off x="1883192" y="381202"/>
              <a:ext cx="1078920" cy="28440"/>
            </p14:xfrm>
          </p:contentPart>
        </mc:Choice>
        <mc:Fallback xmlns=""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69885A9F-D1A3-7C10-3D2D-1D042DCB519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20552" y="318562"/>
                <a:ext cx="1204560" cy="154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1E5CA13E-9A61-FF17-C047-377E48609715}"/>
                  </a:ext>
                </a:extLst>
              </p14:cNvPr>
              <p14:cNvContentPartPr/>
              <p14:nvPr/>
            </p14:nvContentPartPr>
            <p14:xfrm>
              <a:off x="15035040" y="8934583"/>
              <a:ext cx="1071360" cy="36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1E5CA13E-9A61-FF17-C047-377E4860971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972040" y="8871583"/>
                <a:ext cx="1197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A6DD3D39-570A-2071-4742-5F7DBF09824A}"/>
                  </a:ext>
                </a:extLst>
              </p14:cNvPr>
              <p14:cNvContentPartPr/>
              <p14:nvPr/>
            </p14:nvContentPartPr>
            <p14:xfrm>
              <a:off x="17073000" y="8634343"/>
              <a:ext cx="360" cy="36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A6DD3D39-570A-2071-4742-5F7DBF09824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010000" y="8571703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D55ED763-9536-31FF-30E0-A792BBDE578A}"/>
                  </a:ext>
                </a:extLst>
              </p14:cNvPr>
              <p14:cNvContentPartPr/>
              <p14:nvPr/>
            </p14:nvContentPartPr>
            <p14:xfrm>
              <a:off x="763952" y="340882"/>
              <a:ext cx="1747440" cy="316800"/>
            </p14:xfrm>
          </p:contentPart>
        </mc:Choice>
        <mc:Fallback xmlns=""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D55ED763-9536-31FF-30E0-A792BBDE578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01312" y="278242"/>
                <a:ext cx="1873080" cy="442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0D44E3AD-13C4-0D78-7C7E-9464EB6B620C}"/>
                  </a:ext>
                </a:extLst>
              </p14:cNvPr>
              <p14:cNvContentPartPr/>
              <p14:nvPr/>
            </p14:nvContentPartPr>
            <p14:xfrm>
              <a:off x="15048000" y="8947903"/>
              <a:ext cx="1058400" cy="720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0D44E3AD-13C4-0D78-7C7E-9464EB6B62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985000" y="8821903"/>
                <a:ext cx="118404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0E2F1296-1CC8-B0CC-A9C2-F27528C444A9}"/>
                  </a:ext>
                </a:extLst>
              </p14:cNvPr>
              <p14:cNvContentPartPr/>
              <p14:nvPr/>
            </p14:nvContentPartPr>
            <p14:xfrm>
              <a:off x="887760" y="561703"/>
              <a:ext cx="1280520" cy="65520"/>
            </p14:xfrm>
          </p:contentPart>
        </mc:Choice>
        <mc:Fallback xmlns=""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0E2F1296-1CC8-B0CC-A9C2-F27528C444A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5120" y="498703"/>
                <a:ext cx="140616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61BFFC23-96C4-1404-5144-BD128BAC361F}"/>
                  </a:ext>
                </a:extLst>
              </p14:cNvPr>
              <p14:cNvContentPartPr/>
              <p14:nvPr/>
            </p14:nvContentPartPr>
            <p14:xfrm>
              <a:off x="13519800" y="992263"/>
              <a:ext cx="1802880" cy="720"/>
            </p14:xfrm>
          </p:contentPart>
        </mc:Choice>
        <mc:Fallback xmlns=""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61BFFC23-96C4-1404-5144-BD128BAC361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457160" y="866263"/>
                <a:ext cx="1928520" cy="252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9E02F5B3-8A7C-C4AD-4AE7-FFA6FE95144B}"/>
                  </a:ext>
                </a:extLst>
              </p14:cNvPr>
              <p14:cNvContentPartPr/>
              <p14:nvPr/>
            </p14:nvContentPartPr>
            <p14:xfrm>
              <a:off x="15048000" y="8947903"/>
              <a:ext cx="980640" cy="720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9E02F5B3-8A7C-C4AD-4AE7-FFA6FE95144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985000" y="8821903"/>
                <a:ext cx="110628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603130AD-7F76-3D71-2E12-91DFF6B04C47}"/>
                  </a:ext>
                </a:extLst>
              </p14:cNvPr>
              <p14:cNvContentPartPr/>
              <p14:nvPr/>
            </p14:nvContentPartPr>
            <p14:xfrm>
              <a:off x="17151480" y="8582143"/>
              <a:ext cx="360" cy="36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603130AD-7F76-3D71-2E12-91DFF6B04C4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088480" y="8519143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</Words>
  <Application>Microsoft Office PowerPoint</Application>
  <PresentationFormat>Personalizado</PresentationFormat>
  <Paragraphs>1</Paragraphs>
  <Slides>13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G-ROBOT Rm</dc:creator>
  <cp:lastModifiedBy>G-ROBOT Rm</cp:lastModifiedBy>
  <cp:revision>3</cp:revision>
  <dcterms:created xsi:type="dcterms:W3CDTF">2006-08-16T00:00:00Z</dcterms:created>
  <dcterms:modified xsi:type="dcterms:W3CDTF">2026-07-23T20:46:38Z</dcterms:modified>
</cp:coreProperties>
</file>